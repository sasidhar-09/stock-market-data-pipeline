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56B41F-9BAC-BE19-7F7B-3D7B11A7809B}" v="21" dt="2026-03-22T14:06:55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idhar Reddy" userId="3b469e4cea953dcd" providerId="LiveId" clId="{DE401040-799F-42AC-812C-3E7581657199}"/>
    <pc:docChg chg="undo custSel modSld">
      <pc:chgData name="sasidhar Reddy" userId="3b469e4cea953dcd" providerId="LiveId" clId="{DE401040-799F-42AC-812C-3E7581657199}" dt="2026-03-22T13:49:03.194" v="8" actId="1076"/>
      <pc:docMkLst>
        <pc:docMk/>
      </pc:docMkLst>
      <pc:sldChg chg="modSp mod">
        <pc:chgData name="sasidhar Reddy" userId="3b469e4cea953dcd" providerId="LiveId" clId="{DE401040-799F-42AC-812C-3E7581657199}" dt="2026-03-22T13:49:03.194" v="8" actId="1076"/>
        <pc:sldMkLst>
          <pc:docMk/>
          <pc:sldMk cId="0" sldId="256"/>
        </pc:sldMkLst>
        <pc:spChg chg="mod">
          <ac:chgData name="sasidhar Reddy" userId="3b469e4cea953dcd" providerId="LiveId" clId="{DE401040-799F-42AC-812C-3E7581657199}" dt="2026-03-22T13:48:41.363" v="0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sidhar Reddy" userId="3b469e4cea953dcd" providerId="LiveId" clId="{DE401040-799F-42AC-812C-3E7581657199}" dt="2026-03-22T13:49:03.194" v="8" actId="1076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sasidhar Reddy" userId="3b469e4cea953dcd" providerId="Windows Live" clId="Web-{B656B41F-9BAC-BE19-7F7B-3D7B11A7809B}"/>
    <pc:docChg chg="modSld">
      <pc:chgData name="sasidhar Reddy" userId="3b469e4cea953dcd" providerId="Windows Live" clId="Web-{B656B41F-9BAC-BE19-7F7B-3D7B11A7809B}" dt="2026-03-22T14:06:55.768" v="20" actId="1076"/>
      <pc:docMkLst>
        <pc:docMk/>
      </pc:docMkLst>
      <pc:sldChg chg="modSp">
        <pc:chgData name="sasidhar Reddy" userId="3b469e4cea953dcd" providerId="Windows Live" clId="Web-{B656B41F-9BAC-BE19-7F7B-3D7B11A7809B}" dt="2026-03-22T14:06:55.768" v="20" actId="1076"/>
        <pc:sldMkLst>
          <pc:docMk/>
          <pc:sldMk cId="0" sldId="256"/>
        </pc:sldMkLst>
        <pc:spChg chg="mod">
          <ac:chgData name="sasidhar Reddy" userId="3b469e4cea953dcd" providerId="Windows Live" clId="Web-{B656B41F-9BAC-BE19-7F7B-3D7B11A7809B}" dt="2026-03-22T14:02:27.399" v="1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sidhar Reddy" userId="3b469e4cea953dcd" providerId="Windows Live" clId="Web-{B656B41F-9BAC-BE19-7F7B-3D7B11A7809B}" dt="2026-03-22T14:02:34.462" v="19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sidhar Reddy" userId="3b469e4cea953dcd" providerId="Windows Live" clId="Web-{B656B41F-9BAC-BE19-7F7B-3D7B11A7809B}" dt="2026-03-22T14:02:10.742" v="16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sidhar Reddy" userId="3b469e4cea953dcd" providerId="Windows Live" clId="Web-{B656B41F-9BAC-BE19-7F7B-3D7B11A7809B}" dt="2026-03-22T14:02:16.305" v="17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sidhar Reddy" userId="3b469e4cea953dcd" providerId="Windows Live" clId="Web-{B656B41F-9BAC-BE19-7F7B-3D7B11A7809B}" dt="2026-03-22T14:06:55.768" v="20" actId="1076"/>
          <ac:spMkLst>
            <pc:docMk/>
            <pc:sldMk cId="0" sldId="256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30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380" y="275034"/>
            <a:ext cx="5029200" cy="518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</a:rPr>
              <a:t>Stock Market Data Pipeline -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0379" y="91011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</a:rPr>
              <a:t>End-to-End Data Flow with Medallion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8606" y="1185505"/>
            <a:ext cx="2743200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80749" y="1230155"/>
            <a:ext cx="2560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dirty="0">
                <a:solidFill>
                  <a:srgbClr val="212529"/>
                </a:solidFill>
              </a:rPr>
              <a:t>📦 Runs in Docker (Python 3.12 + Airflow 2.9.0)</a:t>
            </a:r>
            <a:endParaRPr lang="en-US" sz="900" dirty="0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274320"/>
            <a:ext cx="2468880" cy="1051560"/>
          </a:xfrm>
          <a:prstGeom prst="rect">
            <a:avLst/>
          </a:prstGeom>
          <a:solidFill>
            <a:srgbClr val="F8F9FA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30936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Key Features: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685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212529"/>
                </a:solidFill>
              </a:rPr>
              <a:t>✓ File-based audit trail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212529"/>
                </a:solidFill>
              </a:rPr>
              <a:t>✓ Bulk COPY INTO loading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212529"/>
                </a:solidFill>
              </a:rPr>
              <a:t>✓ 15 dbt quality tests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64592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Yahoo Finance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2148840"/>
            <a:ext cx="457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560320" y="1600200"/>
            <a:ext cx="2011680" cy="1097280"/>
          </a:xfrm>
          <a:prstGeom prst="rect">
            <a:avLst/>
          </a:prstGeom>
          <a:solidFill>
            <a:srgbClr val="21295C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56032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Apache Airflow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Extract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Validate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• 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57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029200" y="1828800"/>
            <a:ext cx="1371600" cy="640080"/>
          </a:xfrm>
          <a:prstGeom prst="rect">
            <a:avLst/>
          </a:prstGeom>
          <a:solidFill>
            <a:srgbClr val="F8F9FA"/>
          </a:solidFill>
          <a:ln w="25400">
            <a:solidFill>
              <a:srgbClr val="6C757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529"/>
                </a:solidFill>
              </a:rPr>
              <a:t>CSV Files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12529"/>
                </a:solidFill>
              </a:rPr>
              <a:t>(Audit Trail)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457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92240" y="1874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</a:rPr>
              <a:t>Bulk Load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SNOWFLAKE DATA WAREHOUSE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3520440"/>
            <a:ext cx="2377440" cy="8686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3152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🥉 BRONZE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512" y="395806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RAW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Stock Prices Raw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3954780"/>
            <a:ext cx="3657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154680" y="36804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A82"/>
                </a:solidFill>
              </a:rPr>
              <a:t>dbt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0" y="3520440"/>
            <a:ext cx="2377440" cy="86868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47472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🥈 SILVER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9044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STAGING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Cleaned &amp; Deduplicated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3954780"/>
            <a:ext cx="3657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897880" y="36804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A82"/>
                </a:solidFill>
              </a:rPr>
              <a:t>dbt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3520440"/>
            <a:ext cx="2377440" cy="868680"/>
          </a:xfrm>
          <a:prstGeom prst="rect">
            <a:avLst/>
          </a:prstGeom>
          <a:solidFill>
            <a:srgbClr val="F9C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21792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</a:rPr>
              <a:t>🥇 GOLD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39044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MARTS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Business Metrics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C757D"/>
                </a:solidFill>
              </a:rPr>
              <a:t>Scheduled Daily at 6 PM (Mon-Fri) | Execution Time: 2-3 minutes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</Words>
  <Application>Microsoft Office PowerPoint</Application>
  <PresentationFormat>On-screen Show (16:9)</PresentationFormat>
  <Paragraphs>30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Diagram</dc:title>
  <dc:subject>PptxGenJS Presentation</dc:subject>
  <dc:creator>Stock Market Pipeline</dc:creator>
  <cp:lastModifiedBy>sasidhar Reddy</cp:lastModifiedBy>
  <cp:revision>18</cp:revision>
  <dcterms:created xsi:type="dcterms:W3CDTF">2026-03-22T13:45:07Z</dcterms:created>
  <dcterms:modified xsi:type="dcterms:W3CDTF">2026-03-22T14:06:56Z</dcterms:modified>
</cp:coreProperties>
</file>